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62" r:id="rId5"/>
    <p:sldId id="264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1610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00F5C4">
              <a:alpha val="12000"/>
            </a:srgbClr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949440" y="2194560"/>
            <a:ext cx="3291840" cy="3291840"/>
          </a:xfrm>
          <a:prstGeom prst="ellipse">
            <a:avLst/>
          </a:prstGeom>
          <a:solidFill>
            <a:srgbClr val="00C8FF">
              <a:alpha val="10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0F5C4"/>
                </a:solidFill>
              </a:rPr>
              <a:t>✦ PREMIUM MUSIC EXPERIENCE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F5C4"/>
                </a:solidFill>
              </a:rPr>
              <a:t>MUSIC</a:t>
            </a:r>
            <a:r>
              <a:rPr lang="en-US" sz="6000" b="1" dirty="0">
                <a:solidFill>
                  <a:srgbClr val="FFFFFF"/>
                </a:solidFill>
              </a:rPr>
              <a:t>FOX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</a:rPr>
              <a:t>Online Music Store Web Application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54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3BF"/>
                </a:solidFill>
              </a:rPr>
              <a:t>Discover millions of songs, explore trending albums and artists, and build your own favorites.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0F5C4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D12"/>
                </a:solidFill>
              </a:rPr>
              <a:t>▶  Start Listening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5C4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F5C4"/>
                </a:solidFill>
              </a:rPr>
              <a:t>✦ THE CHALLENGE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BF"/>
                </a:solidFill>
              </a:rPr>
              <a:t>MUSICFOX  |  2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29840" cy="2743200"/>
          </a:xfrm>
          <a:prstGeom prst="roundRect">
            <a:avLst>
              <a:gd name="adj" fmla="val 4337"/>
            </a:avLst>
          </a:prstGeom>
          <a:solidFill>
            <a:srgbClr val="0E1A22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🎧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F5C4"/>
                </a:solidFill>
              </a:rPr>
              <a:t>Scattered Music Sources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216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</a:rPr>
              <a:t>Users jump between many apps and sites to find songs, albums and artists, wasting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07080" y="1600200"/>
            <a:ext cx="2529840" cy="2743200"/>
          </a:xfrm>
          <a:prstGeom prst="roundRect">
            <a:avLst>
              <a:gd name="adj" fmla="val 4337"/>
            </a:avLst>
          </a:prstGeom>
          <a:solidFill>
            <a:srgbClr val="0E1A22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48996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489960" y="2331720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</a:rPr>
              <a:t>Poor Discovery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89960" y="2834640"/>
            <a:ext cx="216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</a:rPr>
              <a:t>Finding trending or new music is difficult without a clear, organized and searchable interface.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600200"/>
            <a:ext cx="2529840" cy="2743200"/>
          </a:xfrm>
          <a:prstGeom prst="roundRect">
            <a:avLst>
              <a:gd name="adj" fmla="val 4337"/>
            </a:avLst>
          </a:prstGeom>
          <a:solidFill>
            <a:srgbClr val="0E1A22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24840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😵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48400" y="2331720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F5C4"/>
                </a:solidFill>
              </a:rPr>
              <a:t>Cluttered Interfaces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48400" y="2834640"/>
            <a:ext cx="216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</a:rPr>
              <a:t>Many music platforms have confusing navigation and dated designs that hurt user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5C4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F5C4"/>
                </a:solidFill>
              </a:rPr>
              <a:t>✦ OUR 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Problems Overcome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BF"/>
                </a:solidFill>
              </a:rPr>
              <a:t>MUSICFOX  |  3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840230" cy="2743200"/>
          </a:xfrm>
          <a:prstGeom prst="roundRect">
            <a:avLst>
              <a:gd name="adj" fmla="val 5963"/>
            </a:avLst>
          </a:prstGeom>
          <a:solidFill>
            <a:srgbClr val="0E1A22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🧭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F5C4"/>
                </a:solidFill>
              </a:rPr>
              <a:t>Simple Sidebar Navigation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14744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</a:rPr>
              <a:t>Home, Trending, Albums, Artists and Favorites are reachable in one click.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17470" y="1600200"/>
            <a:ext cx="1840230" cy="2743200"/>
          </a:xfrm>
          <a:prstGeom prst="roundRect">
            <a:avLst>
              <a:gd name="adj" fmla="val 5963"/>
            </a:avLst>
          </a:prstGeom>
          <a:solidFill>
            <a:srgbClr val="0E1A22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80035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800350" y="233172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</a:rPr>
              <a:t>Instant Search Bar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00350" y="2834640"/>
            <a:ext cx="14744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</a:rPr>
              <a:t>One search box to find songs, artists and albums quickly.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6300" y="1600200"/>
            <a:ext cx="1840230" cy="2743200"/>
          </a:xfrm>
          <a:prstGeom prst="roundRect">
            <a:avLst>
              <a:gd name="adj" fmla="val 5963"/>
            </a:avLst>
          </a:prstGeom>
          <a:solidFill>
            <a:srgbClr val="0E1A22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86918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233172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F5C4"/>
                </a:solidFill>
              </a:rPr>
              <a:t>Modern Dark Theme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2834640"/>
            <a:ext cx="14744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</a:rPr>
              <a:t>Neon teal-cyan gradient on a dark UI reduces eye strain and looks premium.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55130" y="1600200"/>
            <a:ext cx="1840230" cy="2743200"/>
          </a:xfrm>
          <a:prstGeom prst="roundRect">
            <a:avLst>
              <a:gd name="adj" fmla="val 5963"/>
            </a:avLst>
          </a:prstGeom>
          <a:solidFill>
            <a:srgbClr val="0E1A22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93801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❤️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938010" y="233172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</a:rPr>
              <a:t>Personal Favorites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38010" y="2834640"/>
            <a:ext cx="14744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</a:rPr>
              <a:t>Users save the music they love in a dedicated section for quick access.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5C4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F5C4"/>
                </a:solidFill>
              </a:rPr>
              <a:t>✦ WHAT'S 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Future Implementation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BF"/>
                </a:solidFill>
              </a:rPr>
              <a:t>MUSICFOX  |  4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29840" cy="2743200"/>
          </a:xfrm>
          <a:prstGeom prst="roundRect">
            <a:avLst>
              <a:gd name="adj" fmla="val 4337"/>
            </a:avLst>
          </a:prstGeom>
          <a:solidFill>
            <a:srgbClr val="0E1A22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F5C4"/>
                </a:solidFill>
              </a:rPr>
              <a:t>AI Recommendations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216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</a:rPr>
              <a:t>Personalized song suggestions based on listening history and mood.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07080" y="1600200"/>
            <a:ext cx="2529840" cy="2743200"/>
          </a:xfrm>
          <a:prstGeom prst="roundRect">
            <a:avLst>
              <a:gd name="adj" fmla="val 4337"/>
            </a:avLst>
          </a:prstGeom>
          <a:solidFill>
            <a:srgbClr val="0E1A22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48996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489960" y="2331720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</a:rPr>
              <a:t>Payments &amp; Premium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89960" y="2834640"/>
            <a:ext cx="216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</a:rPr>
              <a:t>Secure checkout, subscriptions and music purchase options.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600200"/>
            <a:ext cx="2529840" cy="2743200"/>
          </a:xfrm>
          <a:prstGeom prst="roundRect">
            <a:avLst>
              <a:gd name="adj" fmla="val 4337"/>
            </a:avLst>
          </a:prstGeom>
          <a:solidFill>
            <a:srgbClr val="0E1A22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24840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48400" y="2331720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F5C4"/>
                </a:solidFill>
              </a:rPr>
              <a:t>Mobile App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48400" y="2834640"/>
            <a:ext cx="216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</a:rPr>
              <a:t>Android and iOS apps with offline downloads and background play.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5C4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F5C4"/>
                </a:solidFill>
              </a:rPr>
              <a:t>✦ WRAP 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BF"/>
                </a:solidFill>
              </a:rPr>
              <a:t>MUSICFOX  |  5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8046720" cy="2103120"/>
          </a:xfrm>
          <a:prstGeom prst="roundRect">
            <a:avLst>
              <a:gd name="adj" fmla="val 5217"/>
            </a:avLst>
          </a:prstGeom>
          <a:solidFill>
            <a:srgbClr val="0E1A22"/>
          </a:solidFill>
          <a:ln w="12700">
            <a:solidFill>
              <a:srgbClr val="00F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MusicFox brings music discovery, search and personal playlists into one clean, modern platform.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Its intuitive navigation and dark neon design give users a smooth, enjoyable experience.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With AI, payments and mobile support, it can grow into a complete music ecosystem.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5C4"/>
                </a:solidFill>
              </a:rPr>
              <a:t>Thank You 🎵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On-screen Show (16:9)</PresentationFormat>
  <Paragraphs>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eswar korra</cp:lastModifiedBy>
  <cp:revision>2</cp:revision>
  <dcterms:created xsi:type="dcterms:W3CDTF">2026-10-05T05:46:36Z</dcterms:created>
  <dcterms:modified xsi:type="dcterms:W3CDTF">2026-10-05T05:54:30Z</dcterms:modified>
</cp:coreProperties>
</file>